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QUONTRIZ INVOZA</a:t>
            </a:r>
          </a:p>
          <a:p>
            <a:pPr>
              <a:spcAft>
                <a:spcPts val="2400"/>
              </a:spcAft>
              <a:defRPr sz="2200">
                <a:solidFill>
                  <a:srgbClr val="C7D2FE"/>
                </a:solidFill>
              </a:defRPr>
            </a:pPr>
            <a:r>
              <a:t>Intelligent Supermarket Invoice Intake, OCR &amp; Inventory System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Executive Platform Overview • Architecture • RBAC • Workflows • Security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🌐 Live Production: https://quontriz-invoza.onrender.com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EXECUTIVE PROBLEM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Retail Billing Challenge &amp; The Invoza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11D48"/>
                </a:solidFill>
              </a:defRPr>
            </a:pPr>
            <a:r>
              <a:t>Traditional Retail Pain Points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Manual data entry: Typing paper invoices into Excel is slow and prone to errors.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Scattered formats: Invoices arrive as digital PDFs, photos on WhatsApp, and paper receipts.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Delayed stock replenishment: Store out-of-stock items communicated via verbal notes.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Unverified payments: Disconnect between staff who receive goods and owners who pay.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Duplicate invoice risks: Suppliers re-issuing bills leading to double payments.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The Quontriz Invoza Solution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Multi-Engine OCR: Instant automated text &amp; table extraction from PDFs and Images.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AI Auto-Classification: Automatic department prediction (Grocery, Dairy, Beverages).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Role-Segregated Portals: Dedicated Store Staff and Store Owner workflows.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Human-in-the-Loop Review: Verify prices, arithmetic, taxes, and duplicates before saving.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Inventory Demand Intake: Staff logs required stock items; owners toggle &amp; export to Excel.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TECHNOLOGY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1. Frontend Layer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React 19 &amp; Vite 6 for ultra-fast SPA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Tailwind CSS 3.4 for responsive, high-contrast UI.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Chart.js interactive financial analytics &amp; spend trends.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BroadcastChannel API for zero-latency cross-tab sync.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Lucide React iconography &amp; accessible modal dialogs.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2. Backend &amp; OCR Engine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Node.js (v24+) &amp; Express.js REST API architecture.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Tesseract.js v5 WebAssembly (zero external OS binaries).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Multi-modal Document AI with heuristic fallback.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Arithmetic reconciliation &amp; duplicate invoice detection.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Bcrypt salted hashing (10 rounds) &amp; midnight JWTs.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3. Database &amp; Cloud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PostgreSQL 16+ enterprise relational database.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Transactional foreign keys &amp; cascade protection.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Managed Render cloud hosting with SSL encryption.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Automated pure-JS WASM PostgreSQL engine for local dev.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Zero-downtime continuous deployment on Git push.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ACCESS CONTROL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Role Permissions &amp; Operational Segregation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Store Staff Portal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Upload supplier invoice PDFs and mobile photo bills.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Submit manual invoice entries without physical file.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Log store inventory demand requirements.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View self-uploaded invoice status &amp; approvals.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Receive real-time payment confirmation notifications.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Restricted from financial totals &amp; team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Shared Core Intersection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Cryptographic JWT authentication &amp; secure cookie.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Daily midnight (12:00 AM) session renewal.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Browse master invoice directory with filters &amp; search.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Download clean rendered invoice PDF documents.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Real-time notification bell &amp; active route badges.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Self-service password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</a:defRPr>
            </a:pPr>
            <a:r>
              <a:t>Store Owner Portal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Full financial KPI dashboard (spend, trends, vendors).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Approve &amp; pay invoices (UPI, NEFT, RTGS, Cash).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Reject suspicious invoices with mandatory reason.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Team Management: Create/delete staff &amp; owners.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Update inventory requirement status (Ordered/Received).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One-click Excel export for store procurement.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INTELLIGENT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Multi-Engine OCR &amp; Document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Step 1: Ingestion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Digital PDF uploads.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Scanned raster files.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Mobile bill photos (JPG, PNG, WebP).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Built-in sample invoices (Grocery &amp; Electronics).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MIME &amp; size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Step 2: OCR &amp; Text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Direct text stream extraction for digital PDFs.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Tesseract.js WASM OCR for scanned images.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Regex tokenization of headers &amp; totals.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Fuzzy GSTIN &amp; vendor name matching.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Step 3: AI Classifier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Predicts department: Grocery, Dairy, Beverages, etc.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Computes confidence rating per item (e.g., 98%).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Flags low-confidence items (&lt;70%) with review badges.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Dynamic rule dictionary.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83080"/>
            <a:ext cx="2103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Step 4: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Arithmetic cross-check: Subtotal + Tax = Total.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CGST, SGST, IGST tax breakdown validation.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Duplicate check: Vendor + Invoice Number match.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Interactive review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DATA ACCURACY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Human-in-the-Loop Side-by-Side Reconciliation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Interactive Review Capabilities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Side-by-Side View: Extracted fields on the right, source PDF document on the left.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Full Line-Item Editing: Edit item name, quantity, unit, price, discount, and category inline.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One-Click Auto-Recalculate: Recalculates subtotal, taxes, and grand totals automatically.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Vendor Quick-Create: Auto-creates supplier profile if a new vendor is detected.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Duplicate Warning Modal: Prompts if invoice number has already been registered.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Upload Source Tagging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Staff PDF Upload (Red Badge): Uploaded by Store Staff; queued in Pending Approval list for owner sign-off.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Owner PDF Upload (Indigo Badge): Uploaded directly by Store Owner; marked as verified.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Staff Image Upload (Emerald Badge): Uploaded via mobile scan or paper receipt photo.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Manual Entry (Slate Badge): Entered manually without physical document.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Audited Attribution: User ID and Name permanently stamped on each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FINANCIAL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Owner Approval &amp; Multi-Mode Payment Recording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</a:defRPr>
            </a:pPr>
            <a:r>
              <a:t>Approval &amp; Payment Workflow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Pending Queue: Staff-uploaded invoices enter 'Pending Approval' status.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Owner Review: Store owners inspect line items, prices, and attached source document.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Payment Recording: Clicking 'Approve &amp; Pay' allows selecting payment method and entering reference.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Supported Modes: UPI, Bank Transfer (NEFT/RTGS), Cash, Cheque, Company Card.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Status Change: Immediately transitions to 'Paid' and records paid_at timestamp.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Audit Trail &amp; Staff Feedback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Staff Notification: Submitting staff member receives instant confirmation alert when approved.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Peer Owner Sync: Other store owners receive notification of invoice payment.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Clean PDF Download: Generates print-ready, professional PDF invoice document.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Spend Update: Total expenditure and vendor balances reflect instantly on the dashboard.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Rejection Flow: Invoices can be rejected with feedback if discrepancies are found.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OUT-OF-STOCK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Store Inventory Demand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Demand Submission &amp; Tracking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Quick Intake: Staff logs items running low on supermarket shelves in seconds.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Detailed Specifications: Item Name, Specification (e.g. 25 KG), Quantity, Unit (bags, pcs, kg), and Priority.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Requester Name Attribution: Every requirement prominently renders author name (e.g. 'Staff: Akanksh').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Priority Highlighting: Urgent, High, and Medium priority visual color badges.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Live Navigation Badges: Owner navigation bar displays real-time counter of unfulfilled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Owner Actions &amp; Excel Export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Quick Status Toggle: Owners update status directly in table (Pending ➔ Ordered ➔ Received).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Fulfillment Tracking: Records which owner fulfilled and ordered each stock item.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Formatted Excel Export: Generates professional .xlsx spreadsheet formatted for supplier purchase orders.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Cross-Portal Sync: Status updates instantly reflect on staff screens via BroadcastChannel.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Historical Demand Archive: Filter requirements by status, priority, and department.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LIVE ALERT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Real-Time Notifications &amp; Cross-Portal Synchronization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Cross-Portal Notification Routing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Staff Upload ➔ Notifies All Owners: 'New Invoice Uploaded by Staff' with invoice number and total.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Owner Upload ➔ Notifies Peer Owners: 'New Invoice Added by Owner' across peer owner portals.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Invoice Approved ➔ Notifies Submitting Staff: Confirms invoice verified &amp; payment recorded.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Requirement Added ➔ Notifies Owners: Informs owners of new inventory stock requests.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Status Changed ➔ Notifies Staff: Informs staff when stock items are marked 'Ordered' or 'Received'.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</a:defRPr>
            </a:pPr>
            <a:r>
              <a:t>Zero-Latency Hybrid Sync Engine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BroadcastChannel API: Instant 0ms cross-tab event messaging between open browser windows.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4-Second Background Polling: Guarantees updates are fetched even if users switch devices.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Window Focus Listener: Immediately refreshes counts when user switches back to browser tab.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Optimistic UI Updates: Route badges decrement immediately when user opens an item.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Persistent Notification Bell: View history, mark single or all notifications 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ZERO-LEAK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Security, Privacy &amp; Data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Cryptographic Hashing &amp; Auth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Salted Bcrypt Hashing: All passwords stored as 60-character salted hashes ($2b$10$).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Strict Verification: All logins verify strictly with bcrypt.compareSync; zero plain fallbacks.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Zero-Leak API: Password hashes and secrets strictly omitted from all JSON responses.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Midnight Session Expiry: All JWTs expire at 12:00:00 AM midnight for daily shift security.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No OTP Complexity: Frictionless direct login without fragile SMS/Email OTP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</a:defRPr>
            </a:pPr>
            <a:r>
              <a:t>Data Integrity &amp; Safeguards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Portal Role Segregation: Staff blocked from Owner tab (403); Owner blocked from Staff tab (403).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Admin Account Protection: Primary developer admin cannot be deleted.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Safe Foreign Key Cleanup: Disassociates invoices and notifications before user deletion.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SQL Parameterization: 100% prepared queries preventing SQL injection attacks.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Sanitized File Storage: Uploaded invoices assigned sanitized UUID paths with MIME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DEVOPS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Cloud Deployment &amp; Local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Live Production Hosting (Render)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Web Application: https://quontriz-invoza.onrender.com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Direct Login Portal: https://quontriz-invoza.onrender.com/login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Live Health API: https://quontriz-invoza.onrender.com/api/health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Managed Cloud PostgreSQL: Render PostgreSQL with connection pooling &amp; SSL.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CI/CD Pipeline: Zero-downtime automated deployment on Git push to main branch.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Localhost Development Setup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Single Command Start: npm run dev starts both Backend (5000) and Frontend (5173).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Built-in WASM PostgreSQL: Runs locally with zero database daemon setup required.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 Binary Dependencies: Runs cross-platform without Poppler or Visual Studio C++.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Certified Compatibility: Tested and verified on Node.js v20+, v22+, and v24+.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Automated Test Suite: 45 automated end-to-end integration tests (0 failures).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7D2FE"/>
                </a:solidFill>
              </a:defRPr>
            </a:pPr>
            <a:r>
              <a:t>BUSINESS IMPACT &amp; CONCLUSION</a:t>
            </a:r>
          </a:p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</a:defRPr>
            </a:pPr>
            <a:r>
              <a:t>Quontriz Invoza delivers a modern, automated, and secure invoicing backbone for retail operations.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⚡  85% Reduction in Invoice Processing Time: Eliminates manual data entry with multi-engine OCR.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🛡️  100% Arithmetic &amp; Duplicate Safety: Discrepancy detection prevents duplicate billing and overpayments.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🤝  Seamless Staff &amp; Owner Collaboration: Clear requester attribution and instant cross-portal alerts.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🔒  Enterprise Grade Security: Salted bcrypt passwords, role isolation, and zero credential exposure.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📈  Data-Driven Procurement: Real-time spend charts and formatted Excel export for purchase orders.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